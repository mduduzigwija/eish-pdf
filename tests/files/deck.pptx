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Eish PDF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Free PDF tools, made in Mzansi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Unlock and merge PDFs</a:t>
            </a:r>
          </a:p>
          <a:p>
            <a:r>
              <a:t>Split and edit</a:t>
            </a:r>
          </a:p>
          <a:p>
            <a:r>
              <a:t>Make scans searchable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colours</a:t>
            </a:r>
          </a:p>
        </p:txBody>
      </p:sp>
      <p:pic>
        <p:nvPicPr>
          <p:cNvPr id="3" name="Picture 2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45720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Sho mfowethu!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